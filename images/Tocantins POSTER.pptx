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63" r:id="rId2"/>
  </p:sldIdLst>
  <p:sldSz cx="32397700" cy="43192700"/>
  <p:notesSz cx="6858000" cy="9144000"/>
  <p:embeddedFontLst>
    <p:embeddedFont>
      <p:font typeface="Gill Sans Bold" panose="020B0604020202020204" charset="0"/>
      <p:regular r:id="rId4"/>
    </p:embeddedFont>
    <p:embeddedFont>
      <p:font typeface="Gill Sans Heavy" panose="020B0604020202020204" charset="0"/>
      <p:regular r:id="rId5"/>
    </p:embeddedFont>
    <p:embeddedFont>
      <p:font typeface="Gill Sans Light" panose="020B0604020202020204" charset="0"/>
      <p:regular r:id="rId6"/>
    </p:embeddedFont>
    <p:embeddedFont>
      <p:font typeface="March" panose="02000500000000000000" charset="0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8F57C07-EB53-F7E4-2C96-48ABED6FC42A}" name="Victoria Herder Sander" initials="VS" userId="S::vsander@unisinos.br::bee43c79-beca-45e4-b209-fd6ed8761aea" providerId="AD"/>
  <p188:author id="{2EC52238-DD08-7716-8D9A-BC17AFFD1C07}" name="Victoria Borghetti" initials="VB" userId="S::VICTORIABORGHETTI@edu.unisinos.br::67ac1a2b-74ea-440b-b4d5-e1dd11a61c9b" providerId="AD"/>
  <p188:author id="{92E4434C-5CE3-98E7-12C3-864A76EA4226}" name="Diana Roberts Lourenco Barreto" initials="DR" userId="S::DIANABARRETO@unisinos.br::36467ed6-40ee-44f2-828f-63876cd564d1" providerId="AD"/>
  <p188:author id="{6A3D3094-F29F-2B5A-7D58-B5A9B7953C4B}" name="Diana Roberts Lourenco Barreto" initials="DB" userId="S::dianabarreto@unisinos.br::36467ed6-40ee-44f2-828f-63876cd564d1" providerId="AD"/>
  <p188:author id="{80E203B2-C0D3-747B-441E-0D2F5C4612D1}" name="Brenda Bertani Fenske" initials="BB" userId="S::BRENDABFENSKE@unisinos.br::112f91be-efba-4a27-a45a-0f3e12a2241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152F"/>
    <a:srgbClr val="FFFFCC"/>
    <a:srgbClr val="EFE50C"/>
    <a:srgbClr val="C61432"/>
    <a:srgbClr val="EF6C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534" autoAdjust="0"/>
  </p:normalViewPr>
  <p:slideViewPr>
    <p:cSldViewPr snapToGrid="0">
      <p:cViewPr>
        <p:scale>
          <a:sx n="33" d="100"/>
          <a:sy n="33" d="100"/>
        </p:scale>
        <p:origin x="1500" y="-36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8/10/relationships/authors" Target="author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ableStyles" Target="tableStyles.xml"/><Relationship Id="rId5" Type="http://schemas.openxmlformats.org/officeDocument/2006/relationships/font" Target="fonts/font2.fntdata"/><Relationship Id="rId10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ana Roberts Lourenco Barreto" userId="36467ed6-40ee-44f2-828f-63876cd564d1" providerId="ADAL" clId="{F5FBADAB-ED95-4EDB-8809-4DAE8CFE4A75}"/>
    <pc:docChg chg="custSel modSld">
      <pc:chgData name="Diana Roberts Lourenco Barreto" userId="36467ed6-40ee-44f2-828f-63876cd564d1" providerId="ADAL" clId="{F5FBADAB-ED95-4EDB-8809-4DAE8CFE4A75}" dt="2026-06-10T18:19:01.608" v="44" actId="478"/>
      <pc:docMkLst>
        <pc:docMk/>
      </pc:docMkLst>
      <pc:sldChg chg="delSp modSp mod">
        <pc:chgData name="Diana Roberts Lourenco Barreto" userId="36467ed6-40ee-44f2-828f-63876cd564d1" providerId="ADAL" clId="{F5FBADAB-ED95-4EDB-8809-4DAE8CFE4A75}" dt="2026-06-10T18:19:01.608" v="44" actId="478"/>
        <pc:sldMkLst>
          <pc:docMk/>
          <pc:sldMk cId="1262401262" sldId="263"/>
        </pc:sldMkLst>
        <pc:spChg chg="del mod">
          <ac:chgData name="Diana Roberts Lourenco Barreto" userId="36467ed6-40ee-44f2-828f-63876cd564d1" providerId="ADAL" clId="{F5FBADAB-ED95-4EDB-8809-4DAE8CFE4A75}" dt="2026-06-10T18:18:16.682" v="12" actId="478"/>
          <ac:spMkLst>
            <pc:docMk/>
            <pc:sldMk cId="1262401262" sldId="263"/>
            <ac:spMk id="6" creationId="{421A24EC-852E-BA21-37E8-89602F98AFEC}"/>
          </ac:spMkLst>
        </pc:spChg>
        <pc:spChg chg="del">
          <ac:chgData name="Diana Roberts Lourenco Barreto" userId="36467ed6-40ee-44f2-828f-63876cd564d1" providerId="ADAL" clId="{F5FBADAB-ED95-4EDB-8809-4DAE8CFE4A75}" dt="2026-06-10T18:18:43.489" v="25" actId="478"/>
          <ac:spMkLst>
            <pc:docMk/>
            <pc:sldMk cId="1262401262" sldId="263"/>
            <ac:spMk id="24" creationId="{EA68FA9F-2937-455F-1FB7-DF06DCC97F2F}"/>
          </ac:spMkLst>
        </pc:spChg>
        <pc:spChg chg="del">
          <ac:chgData name="Diana Roberts Lourenco Barreto" userId="36467ed6-40ee-44f2-828f-63876cd564d1" providerId="ADAL" clId="{F5FBADAB-ED95-4EDB-8809-4DAE8CFE4A75}" dt="2026-06-10T18:18:42.730" v="24" actId="478"/>
          <ac:spMkLst>
            <pc:docMk/>
            <pc:sldMk cId="1262401262" sldId="263"/>
            <ac:spMk id="27" creationId="{A3DE36D8-0D05-7B18-ADA6-6A9F1502E20D}"/>
          </ac:spMkLst>
        </pc:spChg>
        <pc:spChg chg="del">
          <ac:chgData name="Diana Roberts Lourenco Barreto" userId="36467ed6-40ee-44f2-828f-63876cd564d1" providerId="ADAL" clId="{F5FBADAB-ED95-4EDB-8809-4DAE8CFE4A75}" dt="2026-06-10T18:18:42.730" v="24" actId="478"/>
          <ac:spMkLst>
            <pc:docMk/>
            <pc:sldMk cId="1262401262" sldId="263"/>
            <ac:spMk id="28" creationId="{58BA3C89-5CFF-EFA3-93C0-54A184A32079}"/>
          </ac:spMkLst>
        </pc:spChg>
        <pc:spChg chg="del">
          <ac:chgData name="Diana Roberts Lourenco Barreto" userId="36467ed6-40ee-44f2-828f-63876cd564d1" providerId="ADAL" clId="{F5FBADAB-ED95-4EDB-8809-4DAE8CFE4A75}" dt="2026-06-10T18:18:42.730" v="24" actId="478"/>
          <ac:spMkLst>
            <pc:docMk/>
            <pc:sldMk cId="1262401262" sldId="263"/>
            <ac:spMk id="32" creationId="{793DCE18-389C-2F5F-67AC-7054D03DA001}"/>
          </ac:spMkLst>
        </pc:spChg>
        <pc:spChg chg="del">
          <ac:chgData name="Diana Roberts Lourenco Barreto" userId="36467ed6-40ee-44f2-828f-63876cd564d1" providerId="ADAL" clId="{F5FBADAB-ED95-4EDB-8809-4DAE8CFE4A75}" dt="2026-06-10T18:18:42.730" v="24" actId="478"/>
          <ac:spMkLst>
            <pc:docMk/>
            <pc:sldMk cId="1262401262" sldId="263"/>
            <ac:spMk id="48" creationId="{47F98282-3DEE-6FFB-8F4B-B6AFCE37AB3E}"/>
          </ac:spMkLst>
        </pc:spChg>
        <pc:spChg chg="del">
          <ac:chgData name="Diana Roberts Lourenco Barreto" userId="36467ed6-40ee-44f2-828f-63876cd564d1" providerId="ADAL" clId="{F5FBADAB-ED95-4EDB-8809-4DAE8CFE4A75}" dt="2026-06-10T18:18:42.730" v="24" actId="478"/>
          <ac:spMkLst>
            <pc:docMk/>
            <pc:sldMk cId="1262401262" sldId="263"/>
            <ac:spMk id="49" creationId="{C2D72AC4-801C-1C8D-020E-1363F8E43C37}"/>
          </ac:spMkLst>
        </pc:spChg>
        <pc:spChg chg="del">
          <ac:chgData name="Diana Roberts Lourenco Barreto" userId="36467ed6-40ee-44f2-828f-63876cd564d1" providerId="ADAL" clId="{F5FBADAB-ED95-4EDB-8809-4DAE8CFE4A75}" dt="2026-06-10T18:18:42.730" v="24" actId="478"/>
          <ac:spMkLst>
            <pc:docMk/>
            <pc:sldMk cId="1262401262" sldId="263"/>
            <ac:spMk id="50" creationId="{291399C8-1EDE-9DC7-0BAE-ACDB0845F6C2}"/>
          </ac:spMkLst>
        </pc:spChg>
        <pc:spChg chg="del">
          <ac:chgData name="Diana Roberts Lourenco Barreto" userId="36467ed6-40ee-44f2-828f-63876cd564d1" providerId="ADAL" clId="{F5FBADAB-ED95-4EDB-8809-4DAE8CFE4A75}" dt="2026-06-10T18:18:42.730" v="24" actId="478"/>
          <ac:spMkLst>
            <pc:docMk/>
            <pc:sldMk cId="1262401262" sldId="263"/>
            <ac:spMk id="51" creationId="{490DE800-139E-1B7B-F42A-46EBA8C04C02}"/>
          </ac:spMkLst>
        </pc:spChg>
        <pc:spChg chg="del">
          <ac:chgData name="Diana Roberts Lourenco Barreto" userId="36467ed6-40ee-44f2-828f-63876cd564d1" providerId="ADAL" clId="{F5FBADAB-ED95-4EDB-8809-4DAE8CFE4A75}" dt="2026-06-10T18:18:42.730" v="24" actId="478"/>
          <ac:spMkLst>
            <pc:docMk/>
            <pc:sldMk cId="1262401262" sldId="263"/>
            <ac:spMk id="53" creationId="{AA3C0BF6-85EF-6E00-BEBF-89C591CEE292}"/>
          </ac:spMkLst>
        </pc:spChg>
        <pc:spChg chg="del">
          <ac:chgData name="Diana Roberts Lourenco Barreto" userId="36467ed6-40ee-44f2-828f-63876cd564d1" providerId="ADAL" clId="{F5FBADAB-ED95-4EDB-8809-4DAE8CFE4A75}" dt="2026-06-10T18:18:42.730" v="24" actId="478"/>
          <ac:spMkLst>
            <pc:docMk/>
            <pc:sldMk cId="1262401262" sldId="263"/>
            <ac:spMk id="54" creationId="{6ECEC928-CCCB-DD8C-807B-0AACD236D35A}"/>
          </ac:spMkLst>
        </pc:spChg>
        <pc:spChg chg="del">
          <ac:chgData name="Diana Roberts Lourenco Barreto" userId="36467ed6-40ee-44f2-828f-63876cd564d1" providerId="ADAL" clId="{F5FBADAB-ED95-4EDB-8809-4DAE8CFE4A75}" dt="2026-06-10T18:18:20.638" v="14" actId="478"/>
          <ac:spMkLst>
            <pc:docMk/>
            <pc:sldMk cId="1262401262" sldId="263"/>
            <ac:spMk id="55" creationId="{E0978AC6-8E62-B573-E1D7-B12282B2FA7D}"/>
          </ac:spMkLst>
        </pc:spChg>
        <pc:spChg chg="del mod">
          <ac:chgData name="Diana Roberts Lourenco Barreto" userId="36467ed6-40ee-44f2-828f-63876cd564d1" providerId="ADAL" clId="{F5FBADAB-ED95-4EDB-8809-4DAE8CFE4A75}" dt="2026-06-10T18:18:06.774" v="7" actId="478"/>
          <ac:spMkLst>
            <pc:docMk/>
            <pc:sldMk cId="1262401262" sldId="263"/>
            <ac:spMk id="61" creationId="{0D6E8594-83A8-E823-6C1C-233E6F2B7236}"/>
          </ac:spMkLst>
        </pc:spChg>
        <pc:spChg chg="del">
          <ac:chgData name="Diana Roberts Lourenco Barreto" userId="36467ed6-40ee-44f2-828f-63876cd564d1" providerId="ADAL" clId="{F5FBADAB-ED95-4EDB-8809-4DAE8CFE4A75}" dt="2026-06-10T18:18:01.190" v="2" actId="478"/>
          <ac:spMkLst>
            <pc:docMk/>
            <pc:sldMk cId="1262401262" sldId="263"/>
            <ac:spMk id="62" creationId="{90FFC7E5-02A0-A860-20FD-111115931940}"/>
          </ac:spMkLst>
        </pc:spChg>
        <pc:spChg chg="del mod">
          <ac:chgData name="Diana Roberts Lourenco Barreto" userId="36467ed6-40ee-44f2-828f-63876cd564d1" providerId="ADAL" clId="{F5FBADAB-ED95-4EDB-8809-4DAE8CFE4A75}" dt="2026-06-10T18:18:42.730" v="24" actId="478"/>
          <ac:spMkLst>
            <pc:docMk/>
            <pc:sldMk cId="1262401262" sldId="263"/>
            <ac:spMk id="63" creationId="{2C99E3F7-3BB1-071A-BF14-FA71008C964F}"/>
          </ac:spMkLst>
        </pc:spChg>
        <pc:spChg chg="del mod">
          <ac:chgData name="Diana Roberts Lourenco Barreto" userId="36467ed6-40ee-44f2-828f-63876cd564d1" providerId="ADAL" clId="{F5FBADAB-ED95-4EDB-8809-4DAE8CFE4A75}" dt="2026-06-10T18:18:31.275" v="16" actId="478"/>
          <ac:spMkLst>
            <pc:docMk/>
            <pc:sldMk cId="1262401262" sldId="263"/>
            <ac:spMk id="66" creationId="{5A66CACA-1FC0-C320-AD7A-0B37C29726EC}"/>
          </ac:spMkLst>
        </pc:spChg>
        <pc:spChg chg="del">
          <ac:chgData name="Diana Roberts Lourenco Barreto" userId="36467ed6-40ee-44f2-828f-63876cd564d1" providerId="ADAL" clId="{F5FBADAB-ED95-4EDB-8809-4DAE8CFE4A75}" dt="2026-06-10T18:18:08.566" v="8" actId="478"/>
          <ac:spMkLst>
            <pc:docMk/>
            <pc:sldMk cId="1262401262" sldId="263"/>
            <ac:spMk id="69" creationId="{5666BBEA-FB64-96B5-DE9A-BB889BE2B597}"/>
          </ac:spMkLst>
        </pc:spChg>
        <pc:spChg chg="del">
          <ac:chgData name="Diana Roberts Lourenco Barreto" userId="36467ed6-40ee-44f2-828f-63876cd564d1" providerId="ADAL" clId="{F5FBADAB-ED95-4EDB-8809-4DAE8CFE4A75}" dt="2026-06-10T18:18:00.145" v="1" actId="478"/>
          <ac:spMkLst>
            <pc:docMk/>
            <pc:sldMk cId="1262401262" sldId="263"/>
            <ac:spMk id="71" creationId="{9B50C7A2-E4A3-AB26-6008-15284E645485}"/>
          </ac:spMkLst>
        </pc:spChg>
        <pc:spChg chg="del">
          <ac:chgData name="Diana Roberts Lourenco Barreto" userId="36467ed6-40ee-44f2-828f-63876cd564d1" providerId="ADAL" clId="{F5FBADAB-ED95-4EDB-8809-4DAE8CFE4A75}" dt="2026-06-10T18:18:35.425" v="21" actId="478"/>
          <ac:spMkLst>
            <pc:docMk/>
            <pc:sldMk cId="1262401262" sldId="263"/>
            <ac:spMk id="72" creationId="{4776C9FF-7581-A600-287F-B98989DC212E}"/>
          </ac:spMkLst>
        </pc:spChg>
        <pc:spChg chg="del">
          <ac:chgData name="Diana Roberts Lourenco Barreto" userId="36467ed6-40ee-44f2-828f-63876cd564d1" providerId="ADAL" clId="{F5FBADAB-ED95-4EDB-8809-4DAE8CFE4A75}" dt="2026-06-10T18:18:53.095" v="34" actId="478"/>
          <ac:spMkLst>
            <pc:docMk/>
            <pc:sldMk cId="1262401262" sldId="263"/>
            <ac:spMk id="89" creationId="{16E6E794-7CE1-18D7-4575-1A54160EBCD7}"/>
          </ac:spMkLst>
        </pc:spChg>
        <pc:spChg chg="del">
          <ac:chgData name="Diana Roberts Lourenco Barreto" userId="36467ed6-40ee-44f2-828f-63876cd564d1" providerId="ADAL" clId="{F5FBADAB-ED95-4EDB-8809-4DAE8CFE4A75}" dt="2026-06-10T18:18:51.158" v="31" actId="478"/>
          <ac:spMkLst>
            <pc:docMk/>
            <pc:sldMk cId="1262401262" sldId="263"/>
            <ac:spMk id="93" creationId="{8A9C0361-A5CE-AD86-6F21-550F87071321}"/>
          </ac:spMkLst>
        </pc:spChg>
        <pc:spChg chg="del">
          <ac:chgData name="Diana Roberts Lourenco Barreto" userId="36467ed6-40ee-44f2-828f-63876cd564d1" providerId="ADAL" clId="{F5FBADAB-ED95-4EDB-8809-4DAE8CFE4A75}" dt="2026-06-10T18:18:34.740" v="20" actId="478"/>
          <ac:spMkLst>
            <pc:docMk/>
            <pc:sldMk cId="1262401262" sldId="263"/>
            <ac:spMk id="96" creationId="{EE89C3F7-17AB-7F51-4489-AF75E8F240F5}"/>
          </ac:spMkLst>
        </pc:spChg>
        <pc:spChg chg="del">
          <ac:chgData name="Diana Roberts Lourenco Barreto" userId="36467ed6-40ee-44f2-828f-63876cd564d1" providerId="ADAL" clId="{F5FBADAB-ED95-4EDB-8809-4DAE8CFE4A75}" dt="2026-06-10T18:18:34.120" v="19" actId="478"/>
          <ac:spMkLst>
            <pc:docMk/>
            <pc:sldMk cId="1262401262" sldId="263"/>
            <ac:spMk id="97" creationId="{4FD13D8A-6F9C-FA30-DE17-703B7508712C}"/>
          </ac:spMkLst>
        </pc:spChg>
        <pc:spChg chg="del">
          <ac:chgData name="Diana Roberts Lourenco Barreto" userId="36467ed6-40ee-44f2-828f-63876cd564d1" providerId="ADAL" clId="{F5FBADAB-ED95-4EDB-8809-4DAE8CFE4A75}" dt="2026-06-10T18:18:49.890" v="29" actId="478"/>
          <ac:spMkLst>
            <pc:docMk/>
            <pc:sldMk cId="1262401262" sldId="263"/>
            <ac:spMk id="99" creationId="{6CFED59A-10A9-9211-5E60-D22D068AE4E3}"/>
          </ac:spMkLst>
        </pc:spChg>
        <pc:spChg chg="del">
          <ac:chgData name="Diana Roberts Lourenco Barreto" userId="36467ed6-40ee-44f2-828f-63876cd564d1" providerId="ADAL" clId="{F5FBADAB-ED95-4EDB-8809-4DAE8CFE4A75}" dt="2026-06-10T18:18:51.816" v="32" actId="478"/>
          <ac:spMkLst>
            <pc:docMk/>
            <pc:sldMk cId="1262401262" sldId="263"/>
            <ac:spMk id="101" creationId="{66B4FDE1-D221-244B-F87E-1E861CE6D176}"/>
          </ac:spMkLst>
        </pc:spChg>
        <pc:spChg chg="del">
          <ac:chgData name="Diana Roberts Lourenco Barreto" userId="36467ed6-40ee-44f2-828f-63876cd564d1" providerId="ADAL" clId="{F5FBADAB-ED95-4EDB-8809-4DAE8CFE4A75}" dt="2026-06-10T18:18:18.249" v="13" actId="478"/>
          <ac:spMkLst>
            <pc:docMk/>
            <pc:sldMk cId="1262401262" sldId="263"/>
            <ac:spMk id="103" creationId="{3849E6C4-8B6C-15F9-75E8-115EC8E6B037}"/>
          </ac:spMkLst>
        </pc:spChg>
        <pc:spChg chg="del mod">
          <ac:chgData name="Diana Roberts Lourenco Barreto" userId="36467ed6-40ee-44f2-828f-63876cd564d1" providerId="ADAL" clId="{F5FBADAB-ED95-4EDB-8809-4DAE8CFE4A75}" dt="2026-06-10T18:19:01.111" v="43" actId="478"/>
          <ac:spMkLst>
            <pc:docMk/>
            <pc:sldMk cId="1262401262" sldId="263"/>
            <ac:spMk id="118" creationId="{92DC52AE-11CB-6CA2-A861-1626EB3E0976}"/>
          </ac:spMkLst>
        </pc:spChg>
        <pc:spChg chg="del">
          <ac:chgData name="Diana Roberts Lourenco Barreto" userId="36467ed6-40ee-44f2-828f-63876cd564d1" providerId="ADAL" clId="{F5FBADAB-ED95-4EDB-8809-4DAE8CFE4A75}" dt="2026-06-10T18:18:58.468" v="40" actId="478"/>
          <ac:spMkLst>
            <pc:docMk/>
            <pc:sldMk cId="1262401262" sldId="263"/>
            <ac:spMk id="119" creationId="{BA54F525-D600-A82A-E604-56B5D8E0C35D}"/>
          </ac:spMkLst>
        </pc:spChg>
        <pc:spChg chg="del mod">
          <ac:chgData name="Diana Roberts Lourenco Barreto" userId="36467ed6-40ee-44f2-828f-63876cd564d1" providerId="ADAL" clId="{F5FBADAB-ED95-4EDB-8809-4DAE8CFE4A75}" dt="2026-06-10T18:18:56.269" v="38" actId="478"/>
          <ac:spMkLst>
            <pc:docMk/>
            <pc:sldMk cId="1262401262" sldId="263"/>
            <ac:spMk id="120" creationId="{2E7F0479-4A36-A977-7168-91149FA3897B}"/>
          </ac:spMkLst>
        </pc:spChg>
        <pc:spChg chg="del mod">
          <ac:chgData name="Diana Roberts Lourenco Barreto" userId="36467ed6-40ee-44f2-828f-63876cd564d1" providerId="ADAL" clId="{F5FBADAB-ED95-4EDB-8809-4DAE8CFE4A75}" dt="2026-06-10T18:18:11.452" v="10" actId="478"/>
          <ac:spMkLst>
            <pc:docMk/>
            <pc:sldMk cId="1262401262" sldId="263"/>
            <ac:spMk id="125" creationId="{C84FE252-6443-5F4D-13C5-0A952635E9D0}"/>
          </ac:spMkLst>
        </pc:spChg>
        <pc:picChg chg="del">
          <ac:chgData name="Diana Roberts Lourenco Barreto" userId="36467ed6-40ee-44f2-828f-63876cd564d1" providerId="ADAL" clId="{F5FBADAB-ED95-4EDB-8809-4DAE8CFE4A75}" dt="2026-06-10T18:18:56.811" v="39" actId="478"/>
          <ac:picMkLst>
            <pc:docMk/>
            <pc:sldMk cId="1262401262" sldId="263"/>
            <ac:picMk id="3" creationId="{61F1F706-3EEF-4242-EAAE-D21B2D841E24}"/>
          </ac:picMkLst>
        </pc:picChg>
        <pc:picChg chg="del">
          <ac:chgData name="Diana Roberts Lourenco Barreto" userId="36467ed6-40ee-44f2-828f-63876cd564d1" providerId="ADAL" clId="{F5FBADAB-ED95-4EDB-8809-4DAE8CFE4A75}" dt="2026-06-10T18:18:54.078" v="36" actId="478"/>
          <ac:picMkLst>
            <pc:docMk/>
            <pc:sldMk cId="1262401262" sldId="263"/>
            <ac:picMk id="5" creationId="{5C2DAAE5-A00D-A270-4FC2-10358FF60F24}"/>
          </ac:picMkLst>
        </pc:picChg>
        <pc:picChg chg="del">
          <ac:chgData name="Diana Roberts Lourenco Barreto" userId="36467ed6-40ee-44f2-828f-63876cd564d1" providerId="ADAL" clId="{F5FBADAB-ED95-4EDB-8809-4DAE8CFE4A75}" dt="2026-06-10T18:18:38.199" v="22" actId="478"/>
          <ac:picMkLst>
            <pc:docMk/>
            <pc:sldMk cId="1262401262" sldId="263"/>
            <ac:picMk id="7" creationId="{FE393D2A-C22A-5F2F-2144-6337B7B7453D}"/>
          </ac:picMkLst>
        </pc:picChg>
        <pc:picChg chg="del">
          <ac:chgData name="Diana Roberts Lourenco Barreto" userId="36467ed6-40ee-44f2-828f-63876cd564d1" providerId="ADAL" clId="{F5FBADAB-ED95-4EDB-8809-4DAE8CFE4A75}" dt="2026-06-10T18:18:53.444" v="35" actId="478"/>
          <ac:picMkLst>
            <pc:docMk/>
            <pc:sldMk cId="1262401262" sldId="263"/>
            <ac:picMk id="17" creationId="{FB0D4281-A50D-A2E9-FFA2-2B62ED6D06C8}"/>
          </ac:picMkLst>
        </pc:picChg>
        <pc:picChg chg="del">
          <ac:chgData name="Diana Roberts Lourenco Barreto" userId="36467ed6-40ee-44f2-828f-63876cd564d1" providerId="ADAL" clId="{F5FBADAB-ED95-4EDB-8809-4DAE8CFE4A75}" dt="2026-06-10T18:18:47.675" v="26" actId="478"/>
          <ac:picMkLst>
            <pc:docMk/>
            <pc:sldMk cId="1262401262" sldId="263"/>
            <ac:picMk id="18" creationId="{0E91C8BF-542F-7AF8-F976-FFAF6D555110}"/>
          </ac:picMkLst>
        </pc:picChg>
        <pc:picChg chg="del">
          <ac:chgData name="Diana Roberts Lourenco Barreto" userId="36467ed6-40ee-44f2-828f-63876cd564d1" providerId="ADAL" clId="{F5FBADAB-ED95-4EDB-8809-4DAE8CFE4A75}" dt="2026-06-10T18:18:50.683" v="30" actId="478"/>
          <ac:picMkLst>
            <pc:docMk/>
            <pc:sldMk cId="1262401262" sldId="263"/>
            <ac:picMk id="22" creationId="{E34E52F8-09EA-434C-464C-5D6235797D05}"/>
          </ac:picMkLst>
        </pc:picChg>
        <pc:picChg chg="del">
          <ac:chgData name="Diana Roberts Lourenco Barreto" userId="36467ed6-40ee-44f2-828f-63876cd564d1" providerId="ADAL" clId="{F5FBADAB-ED95-4EDB-8809-4DAE8CFE4A75}" dt="2026-06-10T18:18:52.245" v="33" actId="478"/>
          <ac:picMkLst>
            <pc:docMk/>
            <pc:sldMk cId="1262401262" sldId="263"/>
            <ac:picMk id="26" creationId="{C3440949-EB61-AFDA-A7CC-72776D4ABB90}"/>
          </ac:picMkLst>
        </pc:picChg>
        <pc:picChg chg="del">
          <ac:chgData name="Diana Roberts Lourenco Barreto" userId="36467ed6-40ee-44f2-828f-63876cd564d1" providerId="ADAL" clId="{F5FBADAB-ED95-4EDB-8809-4DAE8CFE4A75}" dt="2026-06-10T18:18:49.157" v="28" actId="478"/>
          <ac:picMkLst>
            <pc:docMk/>
            <pc:sldMk cId="1262401262" sldId="263"/>
            <ac:picMk id="36" creationId="{BEA35BB1-1FE4-C803-DAA5-DA19A310EAA2}"/>
          </ac:picMkLst>
        </pc:picChg>
        <pc:picChg chg="del">
          <ac:chgData name="Diana Roberts Lourenco Barreto" userId="36467ed6-40ee-44f2-828f-63876cd564d1" providerId="ADAL" clId="{F5FBADAB-ED95-4EDB-8809-4DAE8CFE4A75}" dt="2026-06-10T18:18:48.740" v="27" actId="478"/>
          <ac:picMkLst>
            <pc:docMk/>
            <pc:sldMk cId="1262401262" sldId="263"/>
            <ac:picMk id="47" creationId="{6791F849-FCE4-D0F3-4925-2394757EA840}"/>
          </ac:picMkLst>
        </pc:picChg>
        <pc:picChg chg="del">
          <ac:chgData name="Diana Roberts Lourenco Barreto" userId="36467ed6-40ee-44f2-828f-63876cd564d1" providerId="ADAL" clId="{F5FBADAB-ED95-4EDB-8809-4DAE8CFE4A75}" dt="2026-06-10T18:18:32.243" v="17" actId="478"/>
          <ac:picMkLst>
            <pc:docMk/>
            <pc:sldMk cId="1262401262" sldId="263"/>
            <ac:picMk id="52" creationId="{1395F981-EF42-B96A-42A6-BE30AFDA0602}"/>
          </ac:picMkLst>
        </pc:picChg>
        <pc:picChg chg="del">
          <ac:chgData name="Diana Roberts Lourenco Barreto" userId="36467ed6-40ee-44f2-828f-63876cd564d1" providerId="ADAL" clId="{F5FBADAB-ED95-4EDB-8809-4DAE8CFE4A75}" dt="2026-06-10T18:18:33.058" v="18" actId="478"/>
          <ac:picMkLst>
            <pc:docMk/>
            <pc:sldMk cId="1262401262" sldId="263"/>
            <ac:picMk id="59" creationId="{6E86571E-1EA3-5A9A-8F84-DD8B5B3EA0A0}"/>
          </ac:picMkLst>
        </pc:picChg>
        <pc:picChg chg="del">
          <ac:chgData name="Diana Roberts Lourenco Barreto" userId="36467ed6-40ee-44f2-828f-63876cd564d1" providerId="ADAL" clId="{F5FBADAB-ED95-4EDB-8809-4DAE8CFE4A75}" dt="2026-06-10T18:18:59.582" v="41" actId="478"/>
          <ac:picMkLst>
            <pc:docMk/>
            <pc:sldMk cId="1262401262" sldId="263"/>
            <ac:picMk id="64" creationId="{A030FBD8-A87B-838E-319B-24A22E7BC85E}"/>
          </ac:picMkLst>
        </pc:picChg>
        <pc:picChg chg="del">
          <ac:chgData name="Diana Roberts Lourenco Barreto" userId="36467ed6-40ee-44f2-828f-63876cd564d1" providerId="ADAL" clId="{F5FBADAB-ED95-4EDB-8809-4DAE8CFE4A75}" dt="2026-06-10T18:18:01.648" v="3" actId="478"/>
          <ac:picMkLst>
            <pc:docMk/>
            <pc:sldMk cId="1262401262" sldId="263"/>
            <ac:picMk id="68" creationId="{46D2DC42-511F-784F-0DC1-C86339B7BC94}"/>
          </ac:picMkLst>
        </pc:picChg>
        <pc:picChg chg="del">
          <ac:chgData name="Diana Roberts Lourenco Barreto" userId="36467ed6-40ee-44f2-828f-63876cd564d1" providerId="ADAL" clId="{F5FBADAB-ED95-4EDB-8809-4DAE8CFE4A75}" dt="2026-06-10T18:19:01.608" v="44" actId="478"/>
          <ac:picMkLst>
            <pc:docMk/>
            <pc:sldMk cId="1262401262" sldId="263"/>
            <ac:picMk id="73" creationId="{B54A2DF0-9B55-029E-933B-3F95BBB7186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D91335-D541-4E83-980C-D8B477655CB5}" type="datetimeFigureOut">
              <a:rPr lang="pt-BR" smtClean="0"/>
              <a:t>19/06/2026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06AF0A-7739-4909-87A4-6AE48D5448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339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6AF0A-7739-4909-87A4-6AE48D54483B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8309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jp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jpg"/><Relationship Id="rId5" Type="http://schemas.openxmlformats.org/officeDocument/2006/relationships/image" Target="../media/image3.png"/><Relationship Id="rId10" Type="http://schemas.openxmlformats.org/officeDocument/2006/relationships/image" Target="../media/image8.jpg"/><Relationship Id="rId4" Type="http://schemas.openxmlformats.org/officeDocument/2006/relationships/image" Target="../media/image2.png"/><Relationship Id="rId9" Type="http://schemas.openxmlformats.org/officeDocument/2006/relationships/image" Target="../media/image7.jpeg"/><Relationship Id="rId14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86251B-447F-EBC2-38C9-7DF78001B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Retângulo 129">
            <a:extLst>
              <a:ext uri="{FF2B5EF4-FFF2-40B4-BE49-F238E27FC236}">
                <a16:creationId xmlns:a16="http://schemas.microsoft.com/office/drawing/2014/main" id="{401C8E70-8D8C-D8E9-B124-2275188BD69C}"/>
              </a:ext>
            </a:extLst>
          </p:cNvPr>
          <p:cNvSpPr/>
          <p:nvPr/>
        </p:nvSpPr>
        <p:spPr>
          <a:xfrm>
            <a:off x="609599" y="36322321"/>
            <a:ext cx="13876460" cy="4921594"/>
          </a:xfrm>
          <a:prstGeom prst="rect">
            <a:avLst/>
          </a:prstGeom>
          <a:noFill/>
          <a:ln w="76200" cap="flat" cmpd="sng" algn="ctr">
            <a:solidFill>
              <a:srgbClr val="7E152F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8" name="Retângulo 127">
            <a:extLst>
              <a:ext uri="{FF2B5EF4-FFF2-40B4-BE49-F238E27FC236}">
                <a16:creationId xmlns:a16="http://schemas.microsoft.com/office/drawing/2014/main" id="{78BAD1C9-59DB-47F3-E442-3660B50EFE36}"/>
              </a:ext>
            </a:extLst>
          </p:cNvPr>
          <p:cNvSpPr/>
          <p:nvPr/>
        </p:nvSpPr>
        <p:spPr>
          <a:xfrm>
            <a:off x="14889917" y="9674751"/>
            <a:ext cx="16898184" cy="5901917"/>
          </a:xfrm>
          <a:prstGeom prst="rect">
            <a:avLst/>
          </a:prstGeom>
          <a:noFill/>
          <a:ln w="76200" cap="flat" cmpd="sng" algn="ctr">
            <a:solidFill>
              <a:srgbClr val="7E152F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7" name="Retângulo 126">
            <a:extLst>
              <a:ext uri="{FF2B5EF4-FFF2-40B4-BE49-F238E27FC236}">
                <a16:creationId xmlns:a16="http://schemas.microsoft.com/office/drawing/2014/main" id="{798633AF-3663-5FF8-87C6-34E7624D0445}"/>
              </a:ext>
            </a:extLst>
          </p:cNvPr>
          <p:cNvSpPr/>
          <p:nvPr/>
        </p:nvSpPr>
        <p:spPr>
          <a:xfrm>
            <a:off x="609599" y="16707753"/>
            <a:ext cx="31178502" cy="18836071"/>
          </a:xfrm>
          <a:prstGeom prst="rect">
            <a:avLst/>
          </a:prstGeom>
          <a:noFill/>
          <a:ln w="76200" cap="flat" cmpd="sng" algn="ctr">
            <a:solidFill>
              <a:srgbClr val="7E152F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1" name="Retângulo 120">
            <a:extLst>
              <a:ext uri="{FF2B5EF4-FFF2-40B4-BE49-F238E27FC236}">
                <a16:creationId xmlns:a16="http://schemas.microsoft.com/office/drawing/2014/main" id="{A8AEC4F7-B340-EFD3-8C61-DA1F7050529E}"/>
              </a:ext>
            </a:extLst>
          </p:cNvPr>
          <p:cNvSpPr/>
          <p:nvPr/>
        </p:nvSpPr>
        <p:spPr>
          <a:xfrm>
            <a:off x="609599" y="9647146"/>
            <a:ext cx="13876460" cy="5929522"/>
          </a:xfrm>
          <a:prstGeom prst="rect">
            <a:avLst/>
          </a:prstGeom>
          <a:noFill/>
          <a:ln w="76200" cap="flat" cmpd="sng" algn="ctr">
            <a:solidFill>
              <a:srgbClr val="7E152F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7" name="Fluxograma: Terminação 116">
            <a:extLst>
              <a:ext uri="{FF2B5EF4-FFF2-40B4-BE49-F238E27FC236}">
                <a16:creationId xmlns:a16="http://schemas.microsoft.com/office/drawing/2014/main" id="{07432DF4-F3FB-6290-3CA6-7D7DBC48C3F9}"/>
              </a:ext>
            </a:extLst>
          </p:cNvPr>
          <p:cNvSpPr/>
          <p:nvPr/>
        </p:nvSpPr>
        <p:spPr>
          <a:xfrm>
            <a:off x="424350" y="8797086"/>
            <a:ext cx="8045080" cy="1651700"/>
          </a:xfrm>
          <a:prstGeom prst="flowChartTerminator">
            <a:avLst/>
          </a:prstGeom>
          <a:solidFill>
            <a:srgbClr val="7E152F"/>
          </a:solidFill>
          <a:ln>
            <a:solidFill>
              <a:srgbClr val="7E15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6" name="Fluxograma: Terminação 115">
            <a:extLst>
              <a:ext uri="{FF2B5EF4-FFF2-40B4-BE49-F238E27FC236}">
                <a16:creationId xmlns:a16="http://schemas.microsoft.com/office/drawing/2014/main" id="{E68B421C-64C5-0D35-3454-DA8CF4F7E785}"/>
              </a:ext>
            </a:extLst>
          </p:cNvPr>
          <p:cNvSpPr/>
          <p:nvPr/>
        </p:nvSpPr>
        <p:spPr>
          <a:xfrm>
            <a:off x="15269840" y="8876921"/>
            <a:ext cx="8045080" cy="1651700"/>
          </a:xfrm>
          <a:prstGeom prst="flowChartTerminator">
            <a:avLst/>
          </a:prstGeom>
          <a:solidFill>
            <a:srgbClr val="7E152F"/>
          </a:solidFill>
          <a:ln>
            <a:solidFill>
              <a:srgbClr val="7E15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8" name="Group 4">
            <a:extLst>
              <a:ext uri="{FF2B5EF4-FFF2-40B4-BE49-F238E27FC236}">
                <a16:creationId xmlns:a16="http://schemas.microsoft.com/office/drawing/2014/main" id="{8F86E5BE-B49D-35A4-C46E-7B01BB092A21}"/>
              </a:ext>
            </a:extLst>
          </p:cNvPr>
          <p:cNvGrpSpPr/>
          <p:nvPr/>
        </p:nvGrpSpPr>
        <p:grpSpPr>
          <a:xfrm>
            <a:off x="10061985" y="15898177"/>
            <a:ext cx="12273730" cy="2341103"/>
            <a:chOff x="0" y="-114300"/>
            <a:chExt cx="1031767" cy="207652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BC6CD3C2-4EEE-6294-955A-5B092729FC06}"/>
                </a:ext>
              </a:extLst>
            </p:cNvPr>
            <p:cNvSpPr/>
            <p:nvPr/>
          </p:nvSpPr>
          <p:spPr>
            <a:xfrm>
              <a:off x="5488" y="-81888"/>
              <a:ext cx="1026279" cy="93352"/>
            </a:xfrm>
            <a:custGeom>
              <a:avLst/>
              <a:gdLst/>
              <a:ahLst/>
              <a:cxnLst/>
              <a:rect l="l" t="t" r="r" b="b"/>
              <a:pathLst>
                <a:path w="1026279" h="93352">
                  <a:moveTo>
                    <a:pt x="46676" y="0"/>
                  </a:moveTo>
                  <a:lnTo>
                    <a:pt x="979603" y="0"/>
                  </a:lnTo>
                  <a:cubicBezTo>
                    <a:pt x="1005381" y="0"/>
                    <a:pt x="1026279" y="20898"/>
                    <a:pt x="1026279" y="46676"/>
                  </a:cubicBezTo>
                  <a:lnTo>
                    <a:pt x="1026279" y="46676"/>
                  </a:lnTo>
                  <a:cubicBezTo>
                    <a:pt x="1026279" y="72454"/>
                    <a:pt x="1005381" y="93352"/>
                    <a:pt x="979603" y="93352"/>
                  </a:cubicBezTo>
                  <a:lnTo>
                    <a:pt x="46676" y="93352"/>
                  </a:lnTo>
                  <a:cubicBezTo>
                    <a:pt x="20898" y="93352"/>
                    <a:pt x="0" y="72454"/>
                    <a:pt x="0" y="46676"/>
                  </a:cubicBezTo>
                  <a:lnTo>
                    <a:pt x="0" y="46676"/>
                  </a:lnTo>
                  <a:cubicBezTo>
                    <a:pt x="0" y="20898"/>
                    <a:pt x="20898" y="0"/>
                    <a:pt x="46676" y="0"/>
                  </a:cubicBezTo>
                  <a:close/>
                </a:path>
              </a:pathLst>
            </a:custGeom>
            <a:solidFill>
              <a:srgbClr val="7E152F"/>
            </a:solidFill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11" name="TextBox 6">
              <a:extLst>
                <a:ext uri="{FF2B5EF4-FFF2-40B4-BE49-F238E27FC236}">
                  <a16:creationId xmlns:a16="http://schemas.microsoft.com/office/drawing/2014/main" id="{96AFF200-89CD-D840-06A9-A19A74517954}"/>
                </a:ext>
              </a:extLst>
            </p:cNvPr>
            <p:cNvSpPr txBox="1"/>
            <p:nvPr/>
          </p:nvSpPr>
          <p:spPr>
            <a:xfrm>
              <a:off x="0" y="-114300"/>
              <a:ext cx="1026279" cy="207652"/>
            </a:xfrm>
            <a:prstGeom prst="rect">
              <a:avLst/>
            </a:prstGeom>
          </p:spPr>
          <p:txBody>
            <a:bodyPr lIns="47138" tIns="47138" rIns="47138" bIns="47138" rtlCol="0" anchor="ctr"/>
            <a:lstStyle/>
            <a:p>
              <a:pPr algn="ctr">
                <a:lnSpc>
                  <a:spcPts val="805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4">
            <a:extLst>
              <a:ext uri="{FF2B5EF4-FFF2-40B4-BE49-F238E27FC236}">
                <a16:creationId xmlns:a16="http://schemas.microsoft.com/office/drawing/2014/main" id="{5BF37A87-4EEE-6F27-48CF-7398646F0626}"/>
              </a:ext>
            </a:extLst>
          </p:cNvPr>
          <p:cNvGrpSpPr/>
          <p:nvPr/>
        </p:nvGrpSpPr>
        <p:grpSpPr>
          <a:xfrm>
            <a:off x="1059479" y="35871765"/>
            <a:ext cx="12994969" cy="1052466"/>
            <a:chOff x="0" y="0"/>
            <a:chExt cx="1026279" cy="93352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42322B9-939A-BE11-19C3-4B46A53C9CE5}"/>
                </a:ext>
              </a:extLst>
            </p:cNvPr>
            <p:cNvSpPr/>
            <p:nvPr/>
          </p:nvSpPr>
          <p:spPr>
            <a:xfrm>
              <a:off x="0" y="0"/>
              <a:ext cx="1026279" cy="93352"/>
            </a:xfrm>
            <a:custGeom>
              <a:avLst/>
              <a:gdLst/>
              <a:ahLst/>
              <a:cxnLst/>
              <a:rect l="l" t="t" r="r" b="b"/>
              <a:pathLst>
                <a:path w="1026279" h="93352">
                  <a:moveTo>
                    <a:pt x="46676" y="0"/>
                  </a:moveTo>
                  <a:lnTo>
                    <a:pt x="979603" y="0"/>
                  </a:lnTo>
                  <a:cubicBezTo>
                    <a:pt x="1005381" y="0"/>
                    <a:pt x="1026279" y="20898"/>
                    <a:pt x="1026279" y="46676"/>
                  </a:cubicBezTo>
                  <a:lnTo>
                    <a:pt x="1026279" y="46676"/>
                  </a:lnTo>
                  <a:cubicBezTo>
                    <a:pt x="1026279" y="72454"/>
                    <a:pt x="1005381" y="93352"/>
                    <a:pt x="979603" y="93352"/>
                  </a:cubicBezTo>
                  <a:lnTo>
                    <a:pt x="46676" y="93352"/>
                  </a:lnTo>
                  <a:cubicBezTo>
                    <a:pt x="20898" y="93352"/>
                    <a:pt x="0" y="72454"/>
                    <a:pt x="0" y="46676"/>
                  </a:cubicBezTo>
                  <a:lnTo>
                    <a:pt x="0" y="46676"/>
                  </a:lnTo>
                  <a:cubicBezTo>
                    <a:pt x="0" y="20898"/>
                    <a:pt x="20898" y="0"/>
                    <a:pt x="46676" y="0"/>
                  </a:cubicBezTo>
                  <a:close/>
                </a:path>
              </a:pathLst>
            </a:custGeom>
            <a:solidFill>
              <a:srgbClr val="7E152F"/>
            </a:solidFill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16" name="TextBox 6">
              <a:extLst>
                <a:ext uri="{FF2B5EF4-FFF2-40B4-BE49-F238E27FC236}">
                  <a16:creationId xmlns:a16="http://schemas.microsoft.com/office/drawing/2014/main" id="{E0FB8C2D-F417-A1F1-F716-F16C1B21AC0B}"/>
                </a:ext>
              </a:extLst>
            </p:cNvPr>
            <p:cNvSpPr txBox="1"/>
            <p:nvPr/>
          </p:nvSpPr>
          <p:spPr>
            <a:xfrm>
              <a:off x="0" y="-114300"/>
              <a:ext cx="1026279" cy="207652"/>
            </a:xfrm>
            <a:prstGeom prst="rect">
              <a:avLst/>
            </a:prstGeom>
          </p:spPr>
          <p:txBody>
            <a:bodyPr lIns="47138" tIns="47138" rIns="47138" bIns="47138" rtlCol="0" anchor="ctr"/>
            <a:lstStyle/>
            <a:p>
              <a:pPr algn="ctr">
                <a:lnSpc>
                  <a:spcPts val="805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>
            <a:extLst>
              <a:ext uri="{FF2B5EF4-FFF2-40B4-BE49-F238E27FC236}">
                <a16:creationId xmlns:a16="http://schemas.microsoft.com/office/drawing/2014/main" id="{F6F7FC75-AE72-7CA8-0A0F-C21B17FAFA72}"/>
              </a:ext>
            </a:extLst>
          </p:cNvPr>
          <p:cNvSpPr/>
          <p:nvPr/>
        </p:nvSpPr>
        <p:spPr>
          <a:xfrm>
            <a:off x="26295959" y="38128903"/>
            <a:ext cx="5492142" cy="3205571"/>
          </a:xfrm>
          <a:custGeom>
            <a:avLst/>
            <a:gdLst/>
            <a:ahLst/>
            <a:cxnLst/>
            <a:rect l="l" t="t" r="r" b="b"/>
            <a:pathLst>
              <a:path w="3925466" h="502136">
                <a:moveTo>
                  <a:pt x="9364" y="0"/>
                </a:moveTo>
                <a:lnTo>
                  <a:pt x="3916102" y="0"/>
                </a:lnTo>
                <a:cubicBezTo>
                  <a:pt x="3918586" y="0"/>
                  <a:pt x="3920967" y="987"/>
                  <a:pt x="3922724" y="2743"/>
                </a:cubicBezTo>
                <a:cubicBezTo>
                  <a:pt x="3924480" y="4499"/>
                  <a:pt x="3925466" y="6881"/>
                  <a:pt x="3925466" y="9364"/>
                </a:cubicBezTo>
                <a:lnTo>
                  <a:pt x="3925466" y="492772"/>
                </a:lnTo>
                <a:cubicBezTo>
                  <a:pt x="3925466" y="495255"/>
                  <a:pt x="3924480" y="497637"/>
                  <a:pt x="3922724" y="499393"/>
                </a:cubicBezTo>
                <a:cubicBezTo>
                  <a:pt x="3920967" y="501149"/>
                  <a:pt x="3918586" y="502136"/>
                  <a:pt x="3916102" y="502136"/>
                </a:cubicBezTo>
                <a:lnTo>
                  <a:pt x="9364" y="502136"/>
                </a:lnTo>
                <a:cubicBezTo>
                  <a:pt x="6881" y="502136"/>
                  <a:pt x="4499" y="501149"/>
                  <a:pt x="2743" y="499393"/>
                </a:cubicBezTo>
                <a:cubicBezTo>
                  <a:pt x="987" y="497637"/>
                  <a:pt x="0" y="495255"/>
                  <a:pt x="0" y="492772"/>
                </a:cubicBezTo>
                <a:lnTo>
                  <a:pt x="0" y="9364"/>
                </a:lnTo>
                <a:cubicBezTo>
                  <a:pt x="0" y="6881"/>
                  <a:pt x="987" y="4499"/>
                  <a:pt x="2743" y="2743"/>
                </a:cubicBezTo>
                <a:cubicBezTo>
                  <a:pt x="4499" y="987"/>
                  <a:pt x="6881" y="0"/>
                  <a:pt x="9364" y="0"/>
                </a:cubicBezTo>
                <a:close/>
              </a:path>
            </a:pathLst>
          </a:custGeom>
          <a:solidFill>
            <a:srgbClr val="FFFFCC"/>
          </a:solidFill>
          <a:ln w="38100" cap="rnd">
            <a:solidFill>
              <a:srgbClr val="7E152F"/>
            </a:solidFill>
            <a:prstDash val="solid"/>
            <a:round/>
          </a:ln>
        </p:spPr>
        <p:txBody>
          <a:bodyPr/>
          <a:lstStyle/>
          <a:p>
            <a:endParaRPr lang="pt-BR" dirty="0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8AB89A16-F545-23BF-3F8C-30E2076644F0}"/>
              </a:ext>
            </a:extLst>
          </p:cNvPr>
          <p:cNvSpPr/>
          <p:nvPr/>
        </p:nvSpPr>
        <p:spPr>
          <a:xfrm>
            <a:off x="20136493" y="159357"/>
            <a:ext cx="2622559" cy="2917393"/>
          </a:xfrm>
          <a:custGeom>
            <a:avLst/>
            <a:gdLst/>
            <a:ahLst/>
            <a:cxnLst/>
            <a:rect l="l" t="t" r="r" b="b"/>
            <a:pathLst>
              <a:path w="2622559" h="2917393">
                <a:moveTo>
                  <a:pt x="0" y="0"/>
                </a:moveTo>
                <a:lnTo>
                  <a:pt x="2622559" y="0"/>
                </a:lnTo>
                <a:lnTo>
                  <a:pt x="2622559" y="2917393"/>
                </a:lnTo>
                <a:lnTo>
                  <a:pt x="0" y="29173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9026" t="-32325" r="-16223" b="-39643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21319926-753B-6E92-3972-B2A16FB275E9}"/>
              </a:ext>
            </a:extLst>
          </p:cNvPr>
          <p:cNvSpPr/>
          <p:nvPr/>
        </p:nvSpPr>
        <p:spPr>
          <a:xfrm>
            <a:off x="12302073" y="537219"/>
            <a:ext cx="7651410" cy="2332509"/>
          </a:xfrm>
          <a:custGeom>
            <a:avLst/>
            <a:gdLst/>
            <a:ahLst/>
            <a:cxnLst/>
            <a:rect l="l" t="t" r="r" b="b"/>
            <a:pathLst>
              <a:path w="7651410" h="2332509">
                <a:moveTo>
                  <a:pt x="0" y="0"/>
                </a:moveTo>
                <a:lnTo>
                  <a:pt x="7651410" y="0"/>
                </a:lnTo>
                <a:lnTo>
                  <a:pt x="7651410" y="2332509"/>
                </a:lnTo>
                <a:lnTo>
                  <a:pt x="0" y="23325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3491" t="-95906" r="-15186" b="-102557"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29" name="Group 29">
            <a:extLst>
              <a:ext uri="{FF2B5EF4-FFF2-40B4-BE49-F238E27FC236}">
                <a16:creationId xmlns:a16="http://schemas.microsoft.com/office/drawing/2014/main" id="{4B55B71E-EB1C-76B9-9829-87BD5A7A0EC0}"/>
              </a:ext>
            </a:extLst>
          </p:cNvPr>
          <p:cNvGrpSpPr/>
          <p:nvPr/>
        </p:nvGrpSpPr>
        <p:grpSpPr>
          <a:xfrm>
            <a:off x="252368" y="41595742"/>
            <a:ext cx="31771227" cy="1604258"/>
            <a:chOff x="0" y="0"/>
            <a:chExt cx="3929996" cy="198441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F4C08342-46DC-649E-660B-B543B8813233}"/>
                </a:ext>
              </a:extLst>
            </p:cNvPr>
            <p:cNvSpPr/>
            <p:nvPr/>
          </p:nvSpPr>
          <p:spPr>
            <a:xfrm>
              <a:off x="0" y="0"/>
              <a:ext cx="3929995" cy="198441"/>
            </a:xfrm>
            <a:custGeom>
              <a:avLst/>
              <a:gdLst/>
              <a:ahLst/>
              <a:cxnLst/>
              <a:rect l="l" t="t" r="r" b="b"/>
              <a:pathLst>
                <a:path w="3929995" h="198441">
                  <a:moveTo>
                    <a:pt x="9353" y="0"/>
                  </a:moveTo>
                  <a:lnTo>
                    <a:pt x="3920642" y="0"/>
                  </a:lnTo>
                  <a:cubicBezTo>
                    <a:pt x="3923123" y="0"/>
                    <a:pt x="3925502" y="985"/>
                    <a:pt x="3927256" y="2740"/>
                  </a:cubicBezTo>
                  <a:cubicBezTo>
                    <a:pt x="3929010" y="4494"/>
                    <a:pt x="3929995" y="6873"/>
                    <a:pt x="3929995" y="9353"/>
                  </a:cubicBezTo>
                  <a:lnTo>
                    <a:pt x="3929995" y="189088"/>
                  </a:lnTo>
                  <a:cubicBezTo>
                    <a:pt x="3929995" y="191569"/>
                    <a:pt x="3929010" y="193948"/>
                    <a:pt x="3927256" y="195702"/>
                  </a:cubicBezTo>
                  <a:cubicBezTo>
                    <a:pt x="3925502" y="197456"/>
                    <a:pt x="3923123" y="198441"/>
                    <a:pt x="3920642" y="198441"/>
                  </a:cubicBezTo>
                  <a:lnTo>
                    <a:pt x="9353" y="198441"/>
                  </a:lnTo>
                  <a:cubicBezTo>
                    <a:pt x="6873" y="198441"/>
                    <a:pt x="4494" y="197456"/>
                    <a:pt x="2740" y="195702"/>
                  </a:cubicBezTo>
                  <a:cubicBezTo>
                    <a:pt x="985" y="193948"/>
                    <a:pt x="0" y="191569"/>
                    <a:pt x="0" y="189088"/>
                  </a:cubicBezTo>
                  <a:lnTo>
                    <a:pt x="0" y="9353"/>
                  </a:lnTo>
                  <a:cubicBezTo>
                    <a:pt x="0" y="6873"/>
                    <a:pt x="985" y="4494"/>
                    <a:pt x="2740" y="2740"/>
                  </a:cubicBezTo>
                  <a:cubicBezTo>
                    <a:pt x="4494" y="985"/>
                    <a:pt x="6873" y="0"/>
                    <a:pt x="9353" y="0"/>
                  </a:cubicBezTo>
                  <a:close/>
                </a:path>
              </a:pathLst>
            </a:custGeom>
            <a:solidFill>
              <a:srgbClr val="F9B233"/>
            </a:solidFill>
            <a:ln w="38100" cap="rnd">
              <a:solidFill>
                <a:srgbClr val="F9B233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9470FB9D-308B-6A46-81E1-FCEE93A8E2D3}"/>
                </a:ext>
              </a:extLst>
            </p:cNvPr>
            <p:cNvSpPr txBox="1"/>
            <p:nvPr/>
          </p:nvSpPr>
          <p:spPr>
            <a:xfrm>
              <a:off x="0" y="-114300"/>
              <a:ext cx="3929996" cy="312741"/>
            </a:xfrm>
            <a:prstGeom prst="rect">
              <a:avLst/>
            </a:prstGeom>
          </p:spPr>
          <p:txBody>
            <a:bodyPr lIns="47138" tIns="47138" rIns="47138" bIns="47138" rtlCol="0" anchor="ctr"/>
            <a:lstStyle/>
            <a:p>
              <a:pPr algn="ctr">
                <a:lnSpc>
                  <a:spcPts val="805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5" name="TextBox 35">
            <a:extLst>
              <a:ext uri="{FF2B5EF4-FFF2-40B4-BE49-F238E27FC236}">
                <a16:creationId xmlns:a16="http://schemas.microsoft.com/office/drawing/2014/main" id="{7D794977-6145-84C8-DA8F-1978DC408CB0}"/>
              </a:ext>
            </a:extLst>
          </p:cNvPr>
          <p:cNvSpPr txBox="1"/>
          <p:nvPr/>
        </p:nvSpPr>
        <p:spPr>
          <a:xfrm>
            <a:off x="319748" y="8926797"/>
            <a:ext cx="8349208" cy="1227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2"/>
              </a:lnSpc>
            </a:pPr>
            <a:r>
              <a:rPr lang="en-US" sz="7423" dirty="0">
                <a:solidFill>
                  <a:srgbClr val="FFFFFF"/>
                </a:solidFill>
                <a:latin typeface="Gill Sans Bold" panose="020B0604020202020204" charset="0"/>
                <a:ea typeface="March"/>
                <a:cs typeface="March"/>
                <a:sym typeface="March"/>
              </a:rPr>
              <a:t>Introdução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F418F98A-E685-05A3-3FE3-DEE3EDBA4D32}"/>
              </a:ext>
            </a:extLst>
          </p:cNvPr>
          <p:cNvSpPr txBox="1"/>
          <p:nvPr/>
        </p:nvSpPr>
        <p:spPr>
          <a:xfrm>
            <a:off x="11469286" y="16043432"/>
            <a:ext cx="10037144" cy="1244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59"/>
              </a:lnSpc>
            </a:pPr>
            <a:r>
              <a:rPr lang="en-US" sz="7256" dirty="0" err="1">
                <a:solidFill>
                  <a:srgbClr val="FFFFFF"/>
                </a:solidFill>
                <a:latin typeface="Gill Sans Bold" panose="020B0604020202020204" charset="0"/>
                <a:ea typeface="March"/>
                <a:cs typeface="March"/>
                <a:sym typeface="March"/>
              </a:rPr>
              <a:t>Resultados</a:t>
            </a:r>
            <a:endParaRPr lang="en-US" sz="7256" dirty="0">
              <a:solidFill>
                <a:srgbClr val="FFFFFF"/>
              </a:solidFill>
              <a:latin typeface="Gill Sans Bold" panose="020B0604020202020204" charset="0"/>
              <a:ea typeface="March"/>
              <a:cs typeface="March"/>
              <a:sym typeface="March"/>
            </a:endParaRP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947B9681-BFBA-43B3-4968-E10F5A3FECD0}"/>
              </a:ext>
            </a:extLst>
          </p:cNvPr>
          <p:cNvSpPr txBox="1"/>
          <p:nvPr/>
        </p:nvSpPr>
        <p:spPr>
          <a:xfrm>
            <a:off x="2157545" y="35741090"/>
            <a:ext cx="11061434" cy="1202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51"/>
              </a:lnSpc>
            </a:pPr>
            <a:r>
              <a:rPr lang="en-US" sz="7250" dirty="0" err="1">
                <a:solidFill>
                  <a:srgbClr val="FFFFFF"/>
                </a:solidFill>
                <a:latin typeface="Gill Sans Bold"/>
                <a:ea typeface="March"/>
                <a:cs typeface="March"/>
              </a:rPr>
              <a:t>Considerações</a:t>
            </a:r>
            <a:r>
              <a:rPr lang="en-US" sz="7250" dirty="0">
                <a:solidFill>
                  <a:srgbClr val="FFFFFF"/>
                </a:solidFill>
                <a:latin typeface="Gill Sans Bold"/>
                <a:ea typeface="March"/>
                <a:cs typeface="March"/>
              </a:rPr>
              <a:t> </a:t>
            </a:r>
            <a:r>
              <a:rPr lang="en-US" sz="7250" dirty="0" err="1">
                <a:solidFill>
                  <a:srgbClr val="FFFFFF"/>
                </a:solidFill>
                <a:latin typeface="Gill Sans Bold"/>
                <a:ea typeface="March"/>
                <a:cs typeface="March"/>
              </a:rPr>
              <a:t>finais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E866D414-07F2-8B33-B189-F38DB7E7A731}"/>
              </a:ext>
            </a:extLst>
          </p:cNvPr>
          <p:cNvSpPr txBox="1"/>
          <p:nvPr/>
        </p:nvSpPr>
        <p:spPr>
          <a:xfrm>
            <a:off x="26936980" y="38188805"/>
            <a:ext cx="4221295" cy="6924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dirty="0">
                <a:solidFill>
                  <a:srgbClr val="000000"/>
                </a:solidFill>
                <a:latin typeface="March"/>
                <a:ea typeface="March"/>
                <a:cs typeface="March"/>
                <a:sym typeface="March"/>
              </a:rPr>
              <a:t>AGRADECIMENTOS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033DB383-E2BA-778A-73C8-DAD28655F812}"/>
              </a:ext>
            </a:extLst>
          </p:cNvPr>
          <p:cNvSpPr txBox="1"/>
          <p:nvPr/>
        </p:nvSpPr>
        <p:spPr>
          <a:xfrm>
            <a:off x="9496751" y="3103615"/>
            <a:ext cx="13404199" cy="5899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14"/>
              </a:lnSpc>
            </a:pPr>
            <a:r>
              <a:rPr lang="en-US" sz="4708">
                <a:solidFill>
                  <a:srgbClr val="C71919"/>
                </a:solidFill>
                <a:latin typeface="Gill Sans Light"/>
                <a:ea typeface="Gill Sans Light"/>
                <a:cs typeface="Gill Sans Light"/>
                <a:sym typeface="Gill Sans Light"/>
              </a:rPr>
              <a:t>De 06 a 10 de </a:t>
            </a:r>
            <a:r>
              <a:rPr lang="en-US" sz="4708" err="1">
                <a:solidFill>
                  <a:srgbClr val="C71919"/>
                </a:solidFill>
                <a:latin typeface="Gill Sans Light"/>
                <a:ea typeface="Gill Sans Light"/>
                <a:cs typeface="Gill Sans Light"/>
                <a:sym typeface="Gill Sans Light"/>
              </a:rPr>
              <a:t>julho</a:t>
            </a:r>
            <a:r>
              <a:rPr lang="en-US" sz="4708">
                <a:solidFill>
                  <a:srgbClr val="C71919"/>
                </a:solidFill>
                <a:latin typeface="Gill Sans Light"/>
                <a:ea typeface="Gill Sans Light"/>
                <a:cs typeface="Gill Sans Light"/>
                <a:sym typeface="Gill Sans Light"/>
              </a:rPr>
              <a:t> de 2026  Palmas/Tocantins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CA3E90DD-9AD6-BD2E-7EEC-B5E195B0157E}"/>
              </a:ext>
            </a:extLst>
          </p:cNvPr>
          <p:cNvSpPr txBox="1"/>
          <p:nvPr/>
        </p:nvSpPr>
        <p:spPr>
          <a:xfrm>
            <a:off x="9500251" y="41909550"/>
            <a:ext cx="13874535" cy="976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19"/>
              </a:lnSpc>
            </a:pPr>
            <a:r>
              <a:rPr lang="en-US" sz="3591" b="1" spc="244">
                <a:solidFill>
                  <a:srgbClr val="94163D"/>
                </a:solidFill>
                <a:latin typeface="Gill Sans Heavy"/>
                <a:ea typeface="Gill Sans Heavy"/>
                <a:cs typeface="Gill Sans Heavy"/>
                <a:sym typeface="Gill Sans Heavy"/>
              </a:rPr>
              <a:t>A PALEONTOLOGIA NO BRASIL PROFUNDO </a:t>
            </a:r>
          </a:p>
          <a:p>
            <a:pPr algn="ctr">
              <a:lnSpc>
                <a:spcPts val="3519"/>
              </a:lnSpc>
            </a:pPr>
            <a:r>
              <a:rPr lang="en-US" sz="3591" spc="244">
                <a:solidFill>
                  <a:srgbClr val="94163D"/>
                </a:solidFill>
                <a:latin typeface="Gill Sans Light"/>
                <a:ea typeface="Gill Sans Light"/>
                <a:cs typeface="Gill Sans Light"/>
                <a:sym typeface="Gill Sans Light"/>
              </a:rPr>
              <a:t>UM ENCONTRO DE SABERES &amp; DIVERSIDADE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29EF374C-601E-67DC-72A9-7883CE24A33A}"/>
              </a:ext>
            </a:extLst>
          </p:cNvPr>
          <p:cNvSpPr txBox="1"/>
          <p:nvPr/>
        </p:nvSpPr>
        <p:spPr>
          <a:xfrm>
            <a:off x="279880" y="7451610"/>
            <a:ext cx="31813783" cy="872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3200" dirty="0">
                <a:solidFill>
                  <a:srgbClr val="94163D"/>
                </a:solidFill>
                <a:latin typeface="Gill Sans Light"/>
                <a:ea typeface="Gill Sans Light"/>
                <a:cs typeface="Gill Sans Light"/>
                <a:sym typeface="Gill Sans Light"/>
              </a:rPr>
              <a:t>VICTÓRIA BORGHETTI¹; ALESSANDRA SANTOS¹; JORGE VILLEGAS-MARTIN¹; RICARDO VAZ BREDA¹ &amp; GERSON FAUTH¹ </a:t>
            </a:r>
          </a:p>
          <a:p>
            <a:pPr algn="ctr">
              <a:lnSpc>
                <a:spcPts val="3359"/>
              </a:lnSpc>
            </a:pPr>
            <a:r>
              <a:rPr lang="en-US" sz="3200" dirty="0">
                <a:solidFill>
                  <a:srgbClr val="94163D"/>
                </a:solidFill>
                <a:latin typeface="Gill Sans Light"/>
                <a:ea typeface="Gill Sans Light"/>
                <a:cs typeface="Gill Sans Light"/>
                <a:sym typeface="Gill Sans Light"/>
              </a:rPr>
              <a:t>¹ INSTITUTO TECNOLÓGICO DE PALEOCEANOGRAFIA E MUDANÇAS CLIMÁTICAS (ITT OCEANEON), UNIVERSIDADE DO VALE DO RIO DOS  SINOS (UNISINOS); 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2FC1B3CD-06FA-31D8-07B0-91305F230A98}"/>
              </a:ext>
            </a:extLst>
          </p:cNvPr>
          <p:cNvSpPr txBox="1"/>
          <p:nvPr/>
        </p:nvSpPr>
        <p:spPr>
          <a:xfrm>
            <a:off x="331549" y="4156968"/>
            <a:ext cx="31734602" cy="21544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pt-BR" sz="7000" b="1" dirty="0">
                <a:solidFill>
                  <a:srgbClr val="94163D"/>
                </a:solidFill>
                <a:latin typeface="Gill Sans Bold"/>
                <a:ea typeface="Gill Sans Bold"/>
                <a:cs typeface="Gill Sans Bold"/>
                <a:sym typeface="Gill Sans Bold"/>
              </a:rPr>
              <a:t>OTIMIZAÇÃO DE PARÂMETROS DE ESCANEAMENTO EM LÂMINAS PALINOLÓGICAS: RESULTADOS PRELIMINARES</a:t>
            </a:r>
            <a:endParaRPr lang="en-US" sz="7000" b="1" dirty="0">
              <a:solidFill>
                <a:srgbClr val="94163D"/>
              </a:solidFill>
              <a:latin typeface="Gill Sans Bold"/>
              <a:ea typeface="Gill Sans Bold"/>
              <a:cs typeface="Gill Sans Bold"/>
              <a:sym typeface="Gill Sans Bold"/>
            </a:endParaRP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BF202A07-03E0-0511-C54D-A0C71CEF66A4}"/>
              </a:ext>
            </a:extLst>
          </p:cNvPr>
          <p:cNvSpPr txBox="1"/>
          <p:nvPr/>
        </p:nvSpPr>
        <p:spPr>
          <a:xfrm>
            <a:off x="252368" y="6530680"/>
            <a:ext cx="31734601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 b="1" dirty="0">
                <a:solidFill>
                  <a:srgbClr val="94163D"/>
                </a:solidFill>
                <a:latin typeface="Gill Sans Bold"/>
                <a:ea typeface="Gill Sans Bold"/>
                <a:cs typeface="Gill Sans Bold"/>
                <a:sym typeface="Gill Sans Bold"/>
              </a:rPr>
              <a:t>OPTIMIZATION OF SCANNING PARAMETERS FOR PALYNOLOGICAL SLIDES: PRELIMINARY RESULTS</a:t>
            </a:r>
          </a:p>
        </p:txBody>
      </p:sp>
      <p:sp>
        <p:nvSpPr>
          <p:cNvPr id="57" name="Freeform 33">
            <a:extLst>
              <a:ext uri="{FF2B5EF4-FFF2-40B4-BE49-F238E27FC236}">
                <a16:creationId xmlns:a16="http://schemas.microsoft.com/office/drawing/2014/main" id="{8AAFBA96-7463-9F92-9A43-276F957DFB1E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4134570" y="-3122118"/>
            <a:ext cx="1231108" cy="9500251"/>
          </a:xfrm>
          <a:custGeom>
            <a:avLst/>
            <a:gdLst/>
            <a:ahLst/>
            <a:cxnLst/>
            <a:rect l="l" t="t" r="r" b="b"/>
            <a:pathLst>
              <a:path w="1015599" h="10375316">
                <a:moveTo>
                  <a:pt x="0" y="0"/>
                </a:moveTo>
                <a:lnTo>
                  <a:pt x="1015600" y="0"/>
                </a:lnTo>
                <a:lnTo>
                  <a:pt x="1015600" y="10375315"/>
                </a:lnTo>
                <a:lnTo>
                  <a:pt x="0" y="103753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13389" t="-30944" r="-522017" b="-3913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8" name="Freeform 10">
            <a:extLst>
              <a:ext uri="{FF2B5EF4-FFF2-40B4-BE49-F238E27FC236}">
                <a16:creationId xmlns:a16="http://schemas.microsoft.com/office/drawing/2014/main" id="{0FBD6947-FEAB-4E9E-75DA-E2F096E1E38E}"/>
              </a:ext>
            </a:extLst>
          </p:cNvPr>
          <p:cNvSpPr>
            <a:spLocks noChangeAspect="1"/>
          </p:cNvSpPr>
          <p:nvPr/>
        </p:nvSpPr>
        <p:spPr>
          <a:xfrm>
            <a:off x="9735418" y="178615"/>
            <a:ext cx="2622559" cy="2622559"/>
          </a:xfrm>
          <a:custGeom>
            <a:avLst/>
            <a:gdLst/>
            <a:ahLst/>
            <a:cxnLst/>
            <a:rect l="l" t="t" r="r" b="b"/>
            <a:pathLst>
              <a:path w="1143293" h="1143293">
                <a:moveTo>
                  <a:pt x="0" y="0"/>
                </a:moveTo>
                <a:lnTo>
                  <a:pt x="1143294" y="0"/>
                </a:lnTo>
                <a:lnTo>
                  <a:pt x="1143294" y="1143294"/>
                </a:lnTo>
                <a:lnTo>
                  <a:pt x="0" y="11432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65" name="Imagem 64">
            <a:extLst>
              <a:ext uri="{FF2B5EF4-FFF2-40B4-BE49-F238E27FC236}">
                <a16:creationId xmlns:a16="http://schemas.microsoft.com/office/drawing/2014/main" id="{2A0ABE00-BA6F-A3F7-54E3-F3F7878AA2F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912" y="2271652"/>
            <a:ext cx="2026977" cy="2144541"/>
          </a:xfrm>
          <a:prstGeom prst="rect">
            <a:avLst/>
          </a:prstGeom>
        </p:spPr>
      </p:pic>
      <p:pic>
        <p:nvPicPr>
          <p:cNvPr id="67" name="Imagem 66">
            <a:extLst>
              <a:ext uri="{FF2B5EF4-FFF2-40B4-BE49-F238E27FC236}">
                <a16:creationId xmlns:a16="http://schemas.microsoft.com/office/drawing/2014/main" id="{9B5CA168-20E4-3314-E2D0-B78BEBB63DE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9048" y="2642565"/>
            <a:ext cx="5384210" cy="1331694"/>
          </a:xfrm>
          <a:prstGeom prst="rect">
            <a:avLst/>
          </a:prstGeom>
        </p:spPr>
      </p:pic>
      <p:sp>
        <p:nvSpPr>
          <p:cNvPr id="78" name="Freeform 33">
            <a:extLst>
              <a:ext uri="{FF2B5EF4-FFF2-40B4-BE49-F238E27FC236}">
                <a16:creationId xmlns:a16="http://schemas.microsoft.com/office/drawing/2014/main" id="{10C3442C-27F8-DBEF-4513-89A39156CD8E}"/>
              </a:ext>
            </a:extLst>
          </p:cNvPr>
          <p:cNvSpPr>
            <a:spLocks noChangeAspect="1"/>
          </p:cNvSpPr>
          <p:nvPr/>
        </p:nvSpPr>
        <p:spPr>
          <a:xfrm rot="5400000">
            <a:off x="26987570" y="-3094028"/>
            <a:ext cx="1231108" cy="9500251"/>
          </a:xfrm>
          <a:custGeom>
            <a:avLst/>
            <a:gdLst/>
            <a:ahLst/>
            <a:cxnLst/>
            <a:rect l="l" t="t" r="r" b="b"/>
            <a:pathLst>
              <a:path w="1015599" h="10375316">
                <a:moveTo>
                  <a:pt x="0" y="0"/>
                </a:moveTo>
                <a:lnTo>
                  <a:pt x="1015600" y="0"/>
                </a:lnTo>
                <a:lnTo>
                  <a:pt x="1015600" y="10375315"/>
                </a:lnTo>
                <a:lnTo>
                  <a:pt x="0" y="103753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13389" t="-30944" r="-522017" b="-3913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4" name="TextBox 35">
            <a:extLst>
              <a:ext uri="{FF2B5EF4-FFF2-40B4-BE49-F238E27FC236}">
                <a16:creationId xmlns:a16="http://schemas.microsoft.com/office/drawing/2014/main" id="{979EC5AD-46D6-0928-17F9-F371C4133827}"/>
              </a:ext>
            </a:extLst>
          </p:cNvPr>
          <p:cNvSpPr txBox="1"/>
          <p:nvPr/>
        </p:nvSpPr>
        <p:spPr>
          <a:xfrm>
            <a:off x="15614936" y="9033644"/>
            <a:ext cx="7745144" cy="12270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392"/>
              </a:lnSpc>
            </a:pPr>
            <a:r>
              <a:rPr lang="en-US" sz="7423" dirty="0">
                <a:solidFill>
                  <a:srgbClr val="FFFFFF"/>
                </a:solidFill>
                <a:latin typeface="Gill Sans Bold" panose="020B0604020202020204" charset="0"/>
                <a:ea typeface="March"/>
                <a:cs typeface="March"/>
                <a:sym typeface="March"/>
              </a:rPr>
              <a:t>Metodologia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7DDA1EF-A78C-2DC5-AEDC-B376D17701E2}"/>
              </a:ext>
            </a:extLst>
          </p:cNvPr>
          <p:cNvSpPr txBox="1"/>
          <p:nvPr/>
        </p:nvSpPr>
        <p:spPr>
          <a:xfrm>
            <a:off x="1092552" y="10800613"/>
            <a:ext cx="1296189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4000" dirty="0">
                <a:latin typeface="Gill Sans Light" panose="020B0604020202020204" charset="0"/>
              </a:rPr>
              <a:t>O escaneamento de lâminas tem se consolidado como uma ferramenta eficaz na palinologia. No entanto, a digitalização de lâminas palinológicas em alta resolução ainda é um desafio devido à natureza heterogênea dos palinomorfos. O objetivo do estudo é avaliar diferentes perfis a fim de estabelecer protocolos de escaneamento específicos para distintas demandas laboratoriais.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74751F7F-9D3E-4C85-5468-2ADE03F47069}"/>
              </a:ext>
            </a:extLst>
          </p:cNvPr>
          <p:cNvSpPr txBox="1"/>
          <p:nvPr/>
        </p:nvSpPr>
        <p:spPr>
          <a:xfrm>
            <a:off x="15612747" y="10957006"/>
            <a:ext cx="1545252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4000" dirty="0">
                <a:latin typeface="Gill Sans Light" panose="020B0604020202020204" charset="0"/>
              </a:rPr>
              <a:t>O escaneamento de lâminas tem se consolidado como uma ferramenta eficaz na palinologia. No entanto, a digitalização de lâminas palinológicas em alta resolução ainda é um desafio devido à natureza heterogênea dos palinomorfos. O objetivo do estudo é avaliar diferentes perfis a fim de estabelecer protocolos de escaneamento específicos para distintas demandas laboratoriais.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A22A30B3-005A-AF38-FDAC-CABC4A302667}"/>
              </a:ext>
            </a:extLst>
          </p:cNvPr>
          <p:cNvSpPr txBox="1"/>
          <p:nvPr/>
        </p:nvSpPr>
        <p:spPr>
          <a:xfrm>
            <a:off x="894456" y="36924231"/>
            <a:ext cx="1296189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600" dirty="0">
                <a:latin typeface="Gill Sans Light" panose="020B0604020202020204" charset="0"/>
              </a:rPr>
              <a:t>Os resultados preliminares demonstram que o uso de foco de plano único é mais eficiente em termos de tempo e volume de dados, sendo indicado para triagens mais rápidas. Por outro lado, a técnica de </a:t>
            </a:r>
            <a:r>
              <a:rPr lang="pt-BR" sz="3600" i="1" dirty="0">
                <a:latin typeface="Gill Sans Light" panose="020B0604020202020204" charset="0"/>
              </a:rPr>
              <a:t>Z-</a:t>
            </a:r>
            <a:r>
              <a:rPr lang="pt-BR" sz="3600" i="1" dirty="0" err="1">
                <a:latin typeface="Gill Sans Light" panose="020B0604020202020204" charset="0"/>
              </a:rPr>
              <a:t>stack</a:t>
            </a:r>
            <a:r>
              <a:rPr lang="pt-BR" sz="3600" dirty="0">
                <a:latin typeface="Gill Sans Light" panose="020B0604020202020204" charset="0"/>
              </a:rPr>
              <a:t> proporciona maior profundidade de campo e definição de estruturas morfológicas, sendo mais adequada para estudos taxonômicos e análises que exigem alto nível de detalhe. A partir desses testes, será possível propor protocolos específicos para estudos distintos de palinologia. </a:t>
            </a:r>
            <a:endParaRPr lang="pt-BR" sz="6600" dirty="0">
              <a:latin typeface="Gill Sans Light" panose="020B0604020202020204" charset="0"/>
            </a:endParaRPr>
          </a:p>
        </p:txBody>
      </p:sp>
      <p:grpSp>
        <p:nvGrpSpPr>
          <p:cNvPr id="61" name="Agrupar 60">
            <a:extLst>
              <a:ext uri="{FF2B5EF4-FFF2-40B4-BE49-F238E27FC236}">
                <a16:creationId xmlns:a16="http://schemas.microsoft.com/office/drawing/2014/main" id="{DC9E76A5-5B94-E4B7-D3B0-CFA83C547249}"/>
              </a:ext>
            </a:extLst>
          </p:cNvPr>
          <p:cNvGrpSpPr/>
          <p:nvPr/>
        </p:nvGrpSpPr>
        <p:grpSpPr>
          <a:xfrm>
            <a:off x="2360527" y="17433119"/>
            <a:ext cx="27676645" cy="17186595"/>
            <a:chOff x="990087" y="17433118"/>
            <a:chExt cx="25859559" cy="17059048"/>
          </a:xfrm>
        </p:grpSpPr>
        <p:pic>
          <p:nvPicPr>
            <p:cNvPr id="48" name="Imagem 47">
              <a:extLst>
                <a:ext uri="{FF2B5EF4-FFF2-40B4-BE49-F238E27FC236}">
                  <a16:creationId xmlns:a16="http://schemas.microsoft.com/office/drawing/2014/main" id="{E03BA4DF-6606-7E85-6A74-702728FCAED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0089" y="17433119"/>
              <a:ext cx="9258812" cy="9172805"/>
            </a:xfrm>
            <a:prstGeom prst="rect">
              <a:avLst/>
            </a:prstGeom>
          </p:spPr>
        </p:pic>
        <p:pic>
          <p:nvPicPr>
            <p:cNvPr id="50" name="Imagem 49">
              <a:extLst>
                <a:ext uri="{FF2B5EF4-FFF2-40B4-BE49-F238E27FC236}">
                  <a16:creationId xmlns:a16="http://schemas.microsoft.com/office/drawing/2014/main" id="{42B53ED3-4D68-8B7C-7FD8-DB3A2F6D2A2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48900" y="17448670"/>
              <a:ext cx="8849892" cy="9157254"/>
            </a:xfrm>
            <a:prstGeom prst="rect">
              <a:avLst/>
            </a:prstGeom>
          </p:spPr>
        </p:pic>
        <p:pic>
          <p:nvPicPr>
            <p:cNvPr id="52" name="Imagem 51">
              <a:extLst>
                <a:ext uri="{FF2B5EF4-FFF2-40B4-BE49-F238E27FC236}">
                  <a16:creationId xmlns:a16="http://schemas.microsoft.com/office/drawing/2014/main" id="{0083FCBC-2151-1B13-2F39-1936239E4A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042826" y="17433118"/>
              <a:ext cx="7806820" cy="9172806"/>
            </a:xfrm>
            <a:prstGeom prst="rect">
              <a:avLst/>
            </a:prstGeom>
          </p:spPr>
        </p:pic>
        <p:pic>
          <p:nvPicPr>
            <p:cNvPr id="54" name="Imagem 53">
              <a:extLst>
                <a:ext uri="{FF2B5EF4-FFF2-40B4-BE49-F238E27FC236}">
                  <a16:creationId xmlns:a16="http://schemas.microsoft.com/office/drawing/2014/main" id="{3FE00725-6716-7A49-1C86-1D659103F88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4225"/>
            <a:stretch>
              <a:fillRect/>
            </a:stretch>
          </p:blipFill>
          <p:spPr>
            <a:xfrm>
              <a:off x="990087" y="26605924"/>
              <a:ext cx="9258811" cy="7886242"/>
            </a:xfrm>
            <a:prstGeom prst="rect">
              <a:avLst/>
            </a:prstGeom>
          </p:spPr>
        </p:pic>
        <p:pic>
          <p:nvPicPr>
            <p:cNvPr id="56" name="Imagem 55">
              <a:extLst>
                <a:ext uri="{FF2B5EF4-FFF2-40B4-BE49-F238E27FC236}">
                  <a16:creationId xmlns:a16="http://schemas.microsoft.com/office/drawing/2014/main" id="{171C2A9C-43EB-172B-AA7F-EF0A1D9B6BF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48898" y="26460668"/>
              <a:ext cx="9002786" cy="8031497"/>
            </a:xfrm>
            <a:prstGeom prst="rect">
              <a:avLst/>
            </a:prstGeom>
          </p:spPr>
        </p:pic>
        <p:pic>
          <p:nvPicPr>
            <p:cNvPr id="60" name="Imagem 59">
              <a:extLst>
                <a:ext uri="{FF2B5EF4-FFF2-40B4-BE49-F238E27FC236}">
                  <a16:creationId xmlns:a16="http://schemas.microsoft.com/office/drawing/2014/main" id="{28686420-7ED2-F9D6-0E21-F47DAE3CB8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219672" y="26516589"/>
              <a:ext cx="7629974" cy="7915800"/>
            </a:xfrm>
            <a:prstGeom prst="rect">
              <a:avLst/>
            </a:prstGeom>
          </p:spPr>
        </p:pic>
      </p:grp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4A5549FD-F0A8-F75C-6D49-6DF2D792E6ED}"/>
              </a:ext>
            </a:extLst>
          </p:cNvPr>
          <p:cNvSpPr txBox="1"/>
          <p:nvPr/>
        </p:nvSpPr>
        <p:spPr>
          <a:xfrm>
            <a:off x="3455735" y="34580628"/>
            <a:ext cx="263606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4000" dirty="0" err="1">
                <a:latin typeface="Gill Sans Light" panose="020B0604020202020204" charset="0"/>
              </a:rPr>
              <a:t>Fig</a:t>
            </a:r>
            <a:r>
              <a:rPr lang="pt-BR" sz="4000" dirty="0">
                <a:latin typeface="Gill Sans Light" panose="020B0604020202020204" charset="0"/>
              </a:rPr>
              <a:t> 1. Exemplos de imagens de lâmina palinológica escaneadas; A) </a:t>
            </a:r>
            <a:r>
              <a:rPr lang="pt-BR" sz="4000" dirty="0" err="1">
                <a:latin typeface="Gill Sans Light" panose="020B0604020202020204" charset="0"/>
              </a:rPr>
              <a:t>Lâmínula</a:t>
            </a:r>
            <a:r>
              <a:rPr lang="pt-BR" sz="4000" dirty="0">
                <a:latin typeface="Gill Sans Light" panose="020B0604020202020204" charset="0"/>
              </a:rPr>
              <a:t> total; B-F) </a:t>
            </a:r>
            <a:r>
              <a:rPr lang="pt-BR" sz="4000" i="1" dirty="0">
                <a:latin typeface="Gill Sans Light" panose="020B0604020202020204" charset="0"/>
              </a:rPr>
              <a:t>Zooms </a:t>
            </a:r>
            <a:r>
              <a:rPr lang="pt-BR" sz="4000" dirty="0">
                <a:latin typeface="Gill Sans Light" panose="020B0604020202020204" charset="0"/>
              </a:rPr>
              <a:t>em partes específicas da lamínula. </a:t>
            </a:r>
          </a:p>
        </p:txBody>
      </p:sp>
      <p:sp>
        <p:nvSpPr>
          <p:cNvPr id="66" name="CaixaDeTexto 65">
            <a:extLst>
              <a:ext uri="{FF2B5EF4-FFF2-40B4-BE49-F238E27FC236}">
                <a16:creationId xmlns:a16="http://schemas.microsoft.com/office/drawing/2014/main" id="{5C7490A9-39BA-1388-25B7-0D432725AF25}"/>
              </a:ext>
            </a:extLst>
          </p:cNvPr>
          <p:cNvSpPr txBox="1"/>
          <p:nvPr/>
        </p:nvSpPr>
        <p:spPr>
          <a:xfrm>
            <a:off x="3153400" y="17531394"/>
            <a:ext cx="6046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6000" b="1" dirty="0">
                <a:latin typeface="Gill Sans Light" panose="020B0604020202020204" charset="0"/>
              </a:rPr>
              <a:t>A</a:t>
            </a:r>
          </a:p>
        </p:txBody>
      </p:sp>
      <p:sp>
        <p:nvSpPr>
          <p:cNvPr id="71" name="CaixaDeTexto 70">
            <a:extLst>
              <a:ext uri="{FF2B5EF4-FFF2-40B4-BE49-F238E27FC236}">
                <a16:creationId xmlns:a16="http://schemas.microsoft.com/office/drawing/2014/main" id="{7557D95F-132C-E70E-4957-02D15A4C68A1}"/>
              </a:ext>
            </a:extLst>
          </p:cNvPr>
          <p:cNvSpPr txBox="1"/>
          <p:nvPr/>
        </p:nvSpPr>
        <p:spPr>
          <a:xfrm>
            <a:off x="12680529" y="17508027"/>
            <a:ext cx="6046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6000" b="1" dirty="0">
                <a:latin typeface="Gill Sans Light" panose="020B0604020202020204" charset="0"/>
              </a:rPr>
              <a:t>B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D2201E85-35E2-7BC5-B131-54194D791E33}"/>
              </a:ext>
            </a:extLst>
          </p:cNvPr>
          <p:cNvSpPr txBox="1"/>
          <p:nvPr/>
        </p:nvSpPr>
        <p:spPr>
          <a:xfrm>
            <a:off x="21550109" y="17508026"/>
            <a:ext cx="6046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6000" b="1" dirty="0">
                <a:latin typeface="Gill Sans Light" panose="020B0604020202020204" charset="0"/>
              </a:rPr>
              <a:t>C</a:t>
            </a:r>
          </a:p>
        </p:txBody>
      </p:sp>
      <p:sp>
        <p:nvSpPr>
          <p:cNvPr id="75" name="CaixaDeTexto 74">
            <a:extLst>
              <a:ext uri="{FF2B5EF4-FFF2-40B4-BE49-F238E27FC236}">
                <a16:creationId xmlns:a16="http://schemas.microsoft.com/office/drawing/2014/main" id="{FC7747D8-ECA8-413E-0FDD-7C68C2F88737}"/>
              </a:ext>
            </a:extLst>
          </p:cNvPr>
          <p:cNvSpPr txBox="1"/>
          <p:nvPr/>
        </p:nvSpPr>
        <p:spPr>
          <a:xfrm>
            <a:off x="2687421" y="26617232"/>
            <a:ext cx="6046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6000" b="1" dirty="0">
                <a:latin typeface="Gill Sans Light" panose="020B0604020202020204" charset="0"/>
              </a:rPr>
              <a:t>D</a:t>
            </a:r>
          </a:p>
        </p:txBody>
      </p:sp>
      <p:sp>
        <p:nvSpPr>
          <p:cNvPr id="77" name="CaixaDeTexto 76">
            <a:extLst>
              <a:ext uri="{FF2B5EF4-FFF2-40B4-BE49-F238E27FC236}">
                <a16:creationId xmlns:a16="http://schemas.microsoft.com/office/drawing/2014/main" id="{F2248BB8-E274-67FB-9C65-F4A18DF42DE7}"/>
              </a:ext>
            </a:extLst>
          </p:cNvPr>
          <p:cNvSpPr txBox="1"/>
          <p:nvPr/>
        </p:nvSpPr>
        <p:spPr>
          <a:xfrm>
            <a:off x="12450751" y="26617232"/>
            <a:ext cx="6046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6000" b="1" dirty="0">
                <a:latin typeface="Gill Sans Light" panose="020B0604020202020204" charset="0"/>
              </a:rPr>
              <a:t>E</a:t>
            </a:r>
          </a:p>
        </p:txBody>
      </p:sp>
      <p:sp>
        <p:nvSpPr>
          <p:cNvPr id="80" name="CaixaDeTexto 79">
            <a:extLst>
              <a:ext uri="{FF2B5EF4-FFF2-40B4-BE49-F238E27FC236}">
                <a16:creationId xmlns:a16="http://schemas.microsoft.com/office/drawing/2014/main" id="{0561EC3D-817C-674C-08E4-E714085787A6}"/>
              </a:ext>
            </a:extLst>
          </p:cNvPr>
          <p:cNvSpPr txBox="1"/>
          <p:nvPr/>
        </p:nvSpPr>
        <p:spPr>
          <a:xfrm>
            <a:off x="22034694" y="26617232"/>
            <a:ext cx="6046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6000" b="1" dirty="0">
                <a:latin typeface="Gill Sans Light" panose="020B0604020202020204" charset="0"/>
              </a:rPr>
              <a:t>F</a:t>
            </a:r>
          </a:p>
        </p:txBody>
      </p:sp>
      <p:sp>
        <p:nvSpPr>
          <p:cNvPr id="84" name="TextBox 39">
            <a:extLst>
              <a:ext uri="{FF2B5EF4-FFF2-40B4-BE49-F238E27FC236}">
                <a16:creationId xmlns:a16="http://schemas.microsoft.com/office/drawing/2014/main" id="{95521F8E-BD64-5A1E-E2ED-A5BA5CD0C7A2}"/>
              </a:ext>
            </a:extLst>
          </p:cNvPr>
          <p:cNvSpPr txBox="1"/>
          <p:nvPr/>
        </p:nvSpPr>
        <p:spPr>
          <a:xfrm>
            <a:off x="15749148" y="36612739"/>
            <a:ext cx="9276886" cy="6617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3200" dirty="0">
                <a:solidFill>
                  <a:srgbClr val="000000"/>
                </a:solidFill>
                <a:latin typeface="March"/>
                <a:ea typeface="March"/>
                <a:cs typeface="March"/>
                <a:sym typeface="March"/>
              </a:rPr>
              <a:t>ESCANEIE O QR CODE PARA MAIS EXEMPLOS</a:t>
            </a:r>
          </a:p>
        </p:txBody>
      </p:sp>
    </p:spTree>
    <p:extLst>
      <p:ext uri="{BB962C8B-B14F-4D97-AF65-F5344CB8AC3E}">
        <p14:creationId xmlns:p14="http://schemas.microsoft.com/office/powerpoint/2010/main" val="12624012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836</TotalTime>
  <Words>320</Words>
  <Application>Microsoft Office PowerPoint</Application>
  <PresentationFormat>Personalizar</PresentationFormat>
  <Paragraphs>24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9" baseType="lpstr">
      <vt:lpstr>March</vt:lpstr>
      <vt:lpstr>Calibri</vt:lpstr>
      <vt:lpstr>Aptos</vt:lpstr>
      <vt:lpstr>Gill Sans Light</vt:lpstr>
      <vt:lpstr>Gill Sans Bold</vt:lpstr>
      <vt:lpstr>Arial</vt:lpstr>
      <vt:lpstr>Gill Sans Heavy</vt:lpstr>
      <vt:lpstr>Office Theme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POSTER</dc:title>
  <cp:lastModifiedBy>Victoria Borghetti</cp:lastModifiedBy>
  <cp:revision>17</cp:revision>
  <dcterms:created xsi:type="dcterms:W3CDTF">2006-08-16T00:00:00Z</dcterms:created>
  <dcterms:modified xsi:type="dcterms:W3CDTF">2026-06-19T13:39:07Z</dcterms:modified>
  <dc:identifier>DAHI5qZL_xQ</dc:identifier>
</cp:coreProperties>
</file>